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82B49"/>
                </a:solidFill>
              </a:defRPr>
            </a:pPr>
            <a:r>
              <a:t>JobTruth: Fake Job &amp; Internship Offer Detector</a:t>
            </a:r>
          </a:p>
          <a:p>
            <a:pPr>
              <a:defRPr sz="1800">
                <a:solidFill>
                  <a:srgbClr val="DC3545"/>
                </a:solidFill>
              </a:defRPr>
            </a:pPr>
            <a:r>
              <a:t>Cloud Computing CAT II Project</a:t>
            </a:r>
            <a:br/>
            <a:r>
              <a:t>Author: Ritz (PG MCA)</a:t>
            </a:r>
            <a:br/>
            <a:r>
              <a:t>GitHub: github.com/ritzs04/jobtruth</a:t>
            </a:r>
            <a:br/>
            <a:r>
              <a:t>Deployment: Render (PaaS) &amp; AWS EC2 (IaaS) + S3 (Hardened Storage)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1. Problem Statement &amp; Motivation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Why JobTruth?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Rampant surge in fraudulent job/internship offers targeting college graduates and students.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Common Fraud Vectors: Upfront registration/security deposit fees requested via UPI handles.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Deceptive Tactics: Typo-squatted lookalike domains (e.g., micros0ft-careers.com) and unauthorized Telegram/WhatsApp HR interviews.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Email Forgery: Spoofed email sender addresses failing SPF, DKIM, and DMARC verification.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Our Solution: A centralized, explainable cloud-native risk engine with hardened S3 evidentiary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2. High-Level Cloud Architecture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Hybrid Cloud Deployment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Dual Hosting Model: Contrasting Public PaaS (Render) vs. Public IaaS (Amazon EC2).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Application Layer: FastAPI (Python 3.12) ASGI microservice with sub-second response times.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Storage Layer: Amazon S3 private bucket with AES-256 server-side encryption and versioning.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Security Posture: Zero permanent secrets on EC2 (IMDSv2 instance role), least-privilege IAM policies, TLS-only bucket policies.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Continuous Integration: GitHub Actions pipeline automatically validating unit and security tests on every commit.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3. Public PaaS Deployment (Render) — Mark 1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Infrastructure-as-Code via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Automated Blueprint: Declared in render.yaml with Python 3.12 runtime and uvicorn command.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Zero-Ops CI/CD: Automated build and deployment directly linked to GitHub repository main branch.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Health Check Probes: Automated health monitoring at /health endpoint ensuring zero-downtime rolling deploys.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Security Scoping: Render communicates with AWS S3 using restricted IAM user keys limited only to offers/* prefix.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4. Amazon EC2 IaaS Deployment — Mark 2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Root-Level Control &amp; Containerization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Instance Configuration: Amazon Linux 2023 on t2.micro/t3.micro (AWS Free Tier eligible).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Automated Cloud-Init Provisioning: UserData script installs Docker, clones repository, builds image, and launches container on port 80.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IMDSv2 Hardening: Instance Metadata Service v2 with HttpPutResponseHopLimit=2 allows Docker container to securely assume the EC2 IAM role.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Network Defense: Custom Security Group (jobtruth-sg) restricts inbound port 80 to web traffic and port 22 to administrator IP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5. Amazon S3 Bucket Architecture — Mark 3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Confidentiality, Versioning &amp;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Block Public Access: All 4 public access blocks strictly enabled (zero public leaks).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Default Encryption: Server-Side Encryption (SSE-S3) with AES-256 standard.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Object Versioning: Enabled to preserve original uploaded documents against tampering or accidental deletion.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Lifecycle Rules: Automated 30-day expiration rule (expire-offers) cleans current and non-current versions to stay free tier compliant.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Transport Security: Explicit S3 bucket policy denying all non-HTTPS (aws:SecureTransport: false) connections.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6. Secure File Upload &amp; Integrity — Mark 4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Defense-in-Depth Payload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Magic-Byte Validation: Inspects first 5 bytes (%PDF-) rejecting disguised executables (.exe) or scripts.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Payload Ceiling: Enforces strict 2 MB maximum upload size returning HTTP 413 on violations.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Integrity Verification: Client/server SHA-256 digest verified and pinned to S3 object metadata.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Time-Limited Access: Download links generated as 5-minute pre-signed URLs; direct bucket access returns HTTP 403 Forbidden.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PII Redaction: Sanitizes phone numbers, personal emails, and national identity numbers before display.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7. Verification &amp; Automated Test Results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Comprehensive Security Test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Unit Tests: 16/16 pytest test cases passing in 2.5s covering rules, PII redaction, and endpoints.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Malicious Executable Renamed .pdf: HTTP 400 Bad Request (Blocked).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Oversized 3 MB Payload: HTTP 413 Payload Too Large (Blocked).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Valid PDF Upload: HTTP 200 OK + SHA-256 integrity verified.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Direct S3 / Insecure HTTP URL: HTTP 403 Forbidden (Blocked).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Pre-signed URL after 5 minutes: HTTP 403 AccessDenied (Expired).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8. Cost Optimization &amp; Safety Guardrails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Strict 100% Free Tier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EC2: 750 monthly free hours on t2.micro/t3.micro.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S3: Well below 5 GB Standard Storage limit and 2,000 PUT requests.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Render: Free web service tier (0.1 CPU, 512 MB RAM).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AWS Budgets: Proactively configured with .01 zero-spend alert and .00 safety alert.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Teardown Automation: scripts/teardown.sh removes all instances, security groups, and buckets in one command.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t>9. Conclusion &amp; Key Takeaways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CAT II Cloud Computing Evaluation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Successfully implemented and contrasted both PaaS (Render) and IaaS (Amazon EC2).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Enforced production-grade security: IMDSv2, least privilege IAM, S3 hardening, and magic-byte checks.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Delivered complete documentation, automated CI/CD, and transparent viva defense.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Thank You! Open for Viva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